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0"/>
    <p:restoredTop sz="94690"/>
  </p:normalViewPr>
  <p:slideViewPr>
    <p:cSldViewPr snapToGrid="0">
      <p:cViewPr>
        <p:scale>
          <a:sx n="85" d="100"/>
          <a:sy n="85" d="100"/>
        </p:scale>
        <p:origin x="208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CA968D-24DC-2B4A-8225-13630773C298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016717-3FC1-BE47-A40E-DF2440F9E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207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16717-3FC1-BE47-A40E-DF2440F9EB1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35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1CD74-058F-E5C1-31C3-008B40C03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3CD8F-9E7D-9495-DB1A-550EF907A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25BD6-F130-F66C-4689-A07A655A1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33386-C60F-D5B8-41DB-9F2EB0769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16717-3FC1-BE47-A40E-DF2440F9EB1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36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3B291-30B2-2AC0-1823-0A45EA2AC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FFE6D0-101E-309A-2370-F0A9A621A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2FE1A-4C12-04AD-70D8-28031E279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997EB-6422-2046-8280-6899737FF6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A5757-2C02-AD16-2FB4-4C4826EF6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DD465-7DBF-0AC0-1CE9-31E4C92ED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42F9C-99FD-1C48-8963-DBE7C98D2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84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A65F0-0578-A576-F79E-C6E8D12F8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13CE3-27F9-53DA-8183-10022C66D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3E321-4978-6100-31B3-A1F899E24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997EB-6422-2046-8280-6899737FF6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B111-5D1B-FE6E-9C9C-5F3D955A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A4731-2A06-4931-DFE0-649A0960C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42F9C-99FD-1C48-8963-DBE7C98D2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26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C8BAD-5B93-064B-C576-4AC33D839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13321-42AE-DB4C-35A8-F9C24FE82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DE796-BF1C-4D9D-D582-6BCF0701D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997EB-6422-2046-8280-6899737FF6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E09E9-FDE6-5AEF-25D1-08E5D1ABC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BC7AC-BDCD-ABD3-646A-F9C3A088A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42F9C-99FD-1C48-8963-DBE7C98D2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71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B4609-D1A6-AE2F-822A-5C7040F10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B1668-6E16-722A-5D31-691537D10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40A13-FDB0-61CB-7D97-70F0521AE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A7A58-717D-BD4B-79DB-3332FD7EE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997EB-6422-2046-8280-6899737FF6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D74E3-533C-4F41-9CCE-5A1BA148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5876B-55F8-D1B9-223A-66D3A5AD0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42F9C-99FD-1C48-8963-DBE7C98D2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762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4499-81B3-EC1E-6765-D3C641CFB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3BD6B-F878-FCCC-FC79-DA8152B6C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587CD-7B56-F5EB-12EE-ACFF22698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0015F3-4918-D48F-3EE9-D54B107FE4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B7A185-FEF1-ADEC-DD86-2033D2975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DB420B-33AB-F12A-796F-E7279BDE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997EB-6422-2046-8280-6899737FF6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712780-F18F-A37E-F040-02A8917E9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B04335-81F4-36F4-560E-56C0FA1FF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42F9C-99FD-1C48-8963-DBE7C98D2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38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53FE-68F1-09B3-D9E1-3D233E043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D37A6-E09A-3283-FAE9-F4F620532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997EB-6422-2046-8280-6899737FF6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D2515D-098D-6836-D000-472EB7719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F15EE-4F58-D126-3A48-F04151794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42F9C-99FD-1C48-8963-DBE7C98D2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105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471FAE-BFD4-3071-755D-3564AF503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997EB-6422-2046-8280-6899737FF6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F46EF6-6DC4-4213-360E-02A2C19E6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E8F93-9AE9-7CB0-A0C9-9F5CBAE22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42F9C-99FD-1C48-8963-DBE7C98D2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86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FE8A2-8704-5B5E-7B0B-C58F07FB1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0FE23-05F8-0344-7366-20D1A008F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C6297-507B-2FD2-C1F1-6D7662776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89BC8-A49D-493F-7A9E-ADEA50060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997EB-6422-2046-8280-6899737FF6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52089-0174-1589-8D1E-B28ED55A5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A16EC7-B0F4-D121-C055-B7E227A34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42F9C-99FD-1C48-8963-DBE7C98D2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94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38550-B5A0-A624-B7FD-6FD1E75EC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04F5ED-CA21-4AB2-FE14-F8C3AE03E5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BEEC3-2EE7-65EE-1987-3522DAB38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3BFA9-DD2B-B3CE-429F-9E596C18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997EB-6422-2046-8280-6899737FF6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54CF6-65E4-E1B6-3821-F9FB83C4E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F117E-BC8A-C6F5-2B4B-2270490FF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42F9C-99FD-1C48-8963-DBE7C98D2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02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ED96E-4AE4-76CD-3AA8-F77FE6D95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BC5E6E-4B06-F89D-F81A-01BF4F5D39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9D947-329B-7E0A-7F52-4ABC9E85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997EB-6422-2046-8280-6899737FF6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5360F-6C84-080A-EC50-CB458242B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7ABBF-CA8C-B78A-E118-22287E10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42F9C-99FD-1C48-8963-DBE7C98D2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691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9E5727-635F-E8A0-A234-0F628A6A70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53A9D3-5C95-221C-4C94-69ECA88577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01A6B-DF97-2F0B-EE4C-5CDF4003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997EB-6422-2046-8280-6899737FF6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08391-CDA0-2B34-0669-6D2FC39A8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952B-69FB-644D-CE3E-E2B0484AE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42F9C-99FD-1C48-8963-DBE7C98D2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7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DB9644-6EBD-F33B-9D36-08C9B519C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098B0-ABE8-BB99-1B0C-CA204AB0E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0B776-0A7C-59AB-A77D-2BD63AA65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6997EB-6422-2046-8280-6899737FF69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BB0BF-1A4B-DE26-FBE6-C90D1E3B63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0B737-9B1A-80D9-7755-22CCF4DF9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042F9C-99FD-1C48-8963-DBE7C98D2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80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>
            <a:extLst>
              <a:ext uri="{FF2B5EF4-FFF2-40B4-BE49-F238E27FC236}">
                <a16:creationId xmlns:a16="http://schemas.microsoft.com/office/drawing/2014/main" id="{D3D04FE2-DE1D-15D5-BC70-C2C227E90D3E}"/>
              </a:ext>
            </a:extLst>
          </p:cNvPr>
          <p:cNvSpPr/>
          <p:nvPr/>
        </p:nvSpPr>
        <p:spPr>
          <a:xfrm>
            <a:off x="2025570" y="2329405"/>
            <a:ext cx="7118430" cy="2199190"/>
          </a:xfrm>
          <a:prstGeom prst="parallelogram">
            <a:avLst>
              <a:gd name="adj" fmla="val 9599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85DBB33-2AB4-25F0-FA28-9FAC810373EF}"/>
              </a:ext>
            </a:extLst>
          </p:cNvPr>
          <p:cNvCxnSpPr>
            <a:cxnSpLocks/>
          </p:cNvCxnSpPr>
          <p:nvPr/>
        </p:nvCxnSpPr>
        <p:spPr>
          <a:xfrm flipV="1">
            <a:off x="4097438" y="729205"/>
            <a:ext cx="1817225" cy="26997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968B55-668C-6B92-2584-09B968E79FC4}"/>
              </a:ext>
            </a:extLst>
          </p:cNvPr>
          <p:cNvCxnSpPr>
            <a:cxnSpLocks/>
          </p:cNvCxnSpPr>
          <p:nvPr/>
        </p:nvCxnSpPr>
        <p:spPr>
          <a:xfrm>
            <a:off x="5914663" y="729205"/>
            <a:ext cx="0" cy="26997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D57F7D5-3DB7-B4E9-029A-C71B39B2DBD2}"/>
                  </a:ext>
                </a:extLst>
              </p:cNvPr>
              <p:cNvSpPr txBox="1"/>
              <p:nvPr/>
            </p:nvSpPr>
            <p:spPr>
              <a:xfrm>
                <a:off x="5984111" y="590705"/>
                <a:ext cx="1915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D57F7D5-3DB7-B4E9-029A-C71B39B2D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11" y="590705"/>
                <a:ext cx="191591" cy="276999"/>
              </a:xfrm>
              <a:prstGeom prst="rect">
                <a:avLst/>
              </a:prstGeom>
              <a:blipFill>
                <a:blip r:embed="rId3"/>
                <a:stretch>
                  <a:fillRect l="-31250" r="-250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8D8E7A4-F2F5-BEDB-19BF-0D23A8777863}"/>
                  </a:ext>
                </a:extLst>
              </p:cNvPr>
              <p:cNvSpPr txBox="1"/>
              <p:nvPr/>
            </p:nvSpPr>
            <p:spPr>
              <a:xfrm>
                <a:off x="5914663" y="3429000"/>
                <a:ext cx="1500026" cy="2918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8D8E7A4-F2F5-BEDB-19BF-0D23A8777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663" y="3429000"/>
                <a:ext cx="1500026" cy="291875"/>
              </a:xfrm>
              <a:prstGeom prst="rect">
                <a:avLst/>
              </a:prstGeom>
              <a:blipFill>
                <a:blip r:embed="rId4"/>
                <a:stretch>
                  <a:fillRect l="-3361" t="-26087" r="-3361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61E6F09-75BF-1C37-AEE1-2F3F7EA1F8C5}"/>
                  </a:ext>
                </a:extLst>
              </p:cNvPr>
              <p:cNvSpPr txBox="1"/>
              <p:nvPr/>
            </p:nvSpPr>
            <p:spPr>
              <a:xfrm>
                <a:off x="9144000" y="2190905"/>
                <a:ext cx="5386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61E6F09-75BF-1C37-AEE1-2F3F7EA1F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0" y="2190905"/>
                <a:ext cx="538674" cy="276999"/>
              </a:xfrm>
              <a:prstGeom prst="rect">
                <a:avLst/>
              </a:prstGeom>
              <a:blipFill>
                <a:blip r:embed="rId5"/>
                <a:stretch>
                  <a:fillRect l="-697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DB258EC-D767-433C-5CBF-C1B03E7E95E7}"/>
                  </a:ext>
                </a:extLst>
              </p:cNvPr>
              <p:cNvSpPr txBox="1"/>
              <p:nvPr/>
            </p:nvSpPr>
            <p:spPr>
              <a:xfrm>
                <a:off x="5914663" y="1456336"/>
                <a:ext cx="1873911" cy="284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DB258EC-D767-433C-5CBF-C1B03E7E9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663" y="1456336"/>
                <a:ext cx="1873911" cy="284437"/>
              </a:xfrm>
              <a:prstGeom prst="rect">
                <a:avLst/>
              </a:prstGeom>
              <a:blipFill>
                <a:blip r:embed="rId6"/>
                <a:stretch>
                  <a:fillRect t="-25000" r="-2013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45EBA9A-EF43-3A7F-4DF3-302D547465A2}"/>
                  </a:ext>
                </a:extLst>
              </p:cNvPr>
              <p:cNvSpPr txBox="1"/>
              <p:nvPr/>
            </p:nvSpPr>
            <p:spPr>
              <a:xfrm>
                <a:off x="3882753" y="3436437"/>
                <a:ext cx="174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45EBA9A-EF43-3A7F-4DF3-302D54746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2753" y="3436437"/>
                <a:ext cx="174728" cy="276999"/>
              </a:xfrm>
              <a:prstGeom prst="rect">
                <a:avLst/>
              </a:prstGeom>
              <a:blipFill>
                <a:blip r:embed="rId7"/>
                <a:stretch>
                  <a:fillRect l="-26667" r="-2666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D9A8DD40-35B1-50F2-9B02-AA6640E2186D}"/>
              </a:ext>
            </a:extLst>
          </p:cNvPr>
          <p:cNvSpPr/>
          <p:nvPr/>
        </p:nvSpPr>
        <p:spPr>
          <a:xfrm>
            <a:off x="5764699" y="3299794"/>
            <a:ext cx="149964" cy="129206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A7A027B-E4DF-6160-BA56-19486CD34367}"/>
              </a:ext>
            </a:extLst>
          </p:cNvPr>
          <p:cNvCxnSpPr>
            <a:cxnSpLocks/>
          </p:cNvCxnSpPr>
          <p:nvPr/>
        </p:nvCxnSpPr>
        <p:spPr>
          <a:xfrm flipV="1">
            <a:off x="5914662" y="729204"/>
            <a:ext cx="0" cy="26888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89ABBFD-F660-499D-6FBD-D78B438A17BB}"/>
              </a:ext>
            </a:extLst>
          </p:cNvPr>
          <p:cNvCxnSpPr>
            <a:cxnSpLocks/>
          </p:cNvCxnSpPr>
          <p:nvPr/>
        </p:nvCxnSpPr>
        <p:spPr>
          <a:xfrm>
            <a:off x="4097438" y="3436437"/>
            <a:ext cx="18172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287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E27C0-461B-5D28-F50A-F3A5CC9EE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>
            <a:extLst>
              <a:ext uri="{FF2B5EF4-FFF2-40B4-BE49-F238E27FC236}">
                <a16:creationId xmlns:a16="http://schemas.microsoft.com/office/drawing/2014/main" id="{4CA9F77E-7D08-8559-AB63-CA43C13ACE68}"/>
              </a:ext>
            </a:extLst>
          </p:cNvPr>
          <p:cNvSpPr/>
          <p:nvPr/>
        </p:nvSpPr>
        <p:spPr>
          <a:xfrm>
            <a:off x="2025570" y="2329405"/>
            <a:ext cx="7118430" cy="2199190"/>
          </a:xfrm>
          <a:prstGeom prst="parallelogram">
            <a:avLst>
              <a:gd name="adj" fmla="val 9599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5E6FAA4-F696-B3D5-772F-51F9F80AE512}"/>
              </a:ext>
            </a:extLst>
          </p:cNvPr>
          <p:cNvCxnSpPr>
            <a:cxnSpLocks/>
          </p:cNvCxnSpPr>
          <p:nvPr/>
        </p:nvCxnSpPr>
        <p:spPr>
          <a:xfrm flipV="1">
            <a:off x="4131518" y="1527192"/>
            <a:ext cx="1549088" cy="19018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7E19671-F695-929A-F797-26D6517CE224}"/>
                  </a:ext>
                </a:extLst>
              </p:cNvPr>
              <p:cNvSpPr txBox="1"/>
              <p:nvPr/>
            </p:nvSpPr>
            <p:spPr>
              <a:xfrm>
                <a:off x="5654972" y="1174172"/>
                <a:ext cx="1915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7E19671-F695-929A-F797-26D6517CE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972" y="1174172"/>
                <a:ext cx="191591" cy="276999"/>
              </a:xfrm>
              <a:prstGeom prst="rect">
                <a:avLst/>
              </a:prstGeom>
              <a:blipFill>
                <a:blip r:embed="rId3"/>
                <a:stretch>
                  <a:fillRect l="-31250" r="-250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76DE1E-486E-B19D-DDEC-EA955FAA4290}"/>
                  </a:ext>
                </a:extLst>
              </p:cNvPr>
              <p:cNvSpPr txBox="1"/>
              <p:nvPr/>
            </p:nvSpPr>
            <p:spPr>
              <a:xfrm>
                <a:off x="5163020" y="4076874"/>
                <a:ext cx="810350" cy="2918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76DE1E-486E-B19D-DDEC-EA955FAA4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3020" y="4076874"/>
                <a:ext cx="810350" cy="291875"/>
              </a:xfrm>
              <a:prstGeom prst="rect">
                <a:avLst/>
              </a:prstGeom>
              <a:blipFill>
                <a:blip r:embed="rId4"/>
                <a:stretch>
                  <a:fillRect l="-6154" t="-25000" r="-4615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5FA599C-1380-C0E9-4460-97A5C23C084E}"/>
                  </a:ext>
                </a:extLst>
              </p:cNvPr>
              <p:cNvSpPr txBox="1"/>
              <p:nvPr/>
            </p:nvSpPr>
            <p:spPr>
              <a:xfrm>
                <a:off x="9144000" y="2190905"/>
                <a:ext cx="5386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5FA599C-1380-C0E9-4460-97A5C23C0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0" y="2190905"/>
                <a:ext cx="538674" cy="276999"/>
              </a:xfrm>
              <a:prstGeom prst="rect">
                <a:avLst/>
              </a:prstGeom>
              <a:blipFill>
                <a:blip r:embed="rId5"/>
                <a:stretch>
                  <a:fillRect l="-697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D3CB37A-56A2-CED5-775B-74175B9DCE8A}"/>
                  </a:ext>
                </a:extLst>
              </p:cNvPr>
              <p:cNvSpPr txBox="1"/>
              <p:nvPr/>
            </p:nvSpPr>
            <p:spPr>
              <a:xfrm>
                <a:off x="4760634" y="2907774"/>
                <a:ext cx="613951" cy="284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n>
                            <a:solidFill>
                              <a:srgbClr val="00B05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i="1" smtClean="0">
                          <a:ln>
                            <a:solidFill>
                              <a:srgbClr val="00B05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i="1">
                              <a:ln>
                                <a:solidFill>
                                  <a:srgbClr val="00B05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n>
                                <a:solidFill>
                                  <a:srgbClr val="00B05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dirty="0">
                  <a:ln>
                    <a:solidFill>
                      <a:srgbClr val="00B050"/>
                    </a:solidFill>
                  </a:ln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D3CB37A-56A2-CED5-775B-74175B9DC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634" y="2907774"/>
                <a:ext cx="613951" cy="2844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715C288-5AC4-ADC9-B63F-59690D254FD9}"/>
                  </a:ext>
                </a:extLst>
              </p:cNvPr>
              <p:cNvSpPr txBox="1"/>
              <p:nvPr/>
            </p:nvSpPr>
            <p:spPr>
              <a:xfrm>
                <a:off x="3803425" y="3225897"/>
                <a:ext cx="174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715C288-5AC4-ADC9-B63F-59690D254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425" y="3225897"/>
                <a:ext cx="174728" cy="276999"/>
              </a:xfrm>
              <a:prstGeom prst="rect">
                <a:avLst/>
              </a:prstGeom>
              <a:blipFill>
                <a:blip r:embed="rId7"/>
                <a:stretch>
                  <a:fillRect l="-26667" r="-26667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AA76A49-DD8F-4107-627B-6393F2027293}"/>
              </a:ext>
            </a:extLst>
          </p:cNvPr>
          <p:cNvCxnSpPr>
            <a:cxnSpLocks/>
          </p:cNvCxnSpPr>
          <p:nvPr/>
        </p:nvCxnSpPr>
        <p:spPr>
          <a:xfrm flipV="1">
            <a:off x="5156200" y="1508826"/>
            <a:ext cx="524406" cy="268071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E1F4AC-7A1D-5FC6-D930-28EE5C0C1F22}"/>
              </a:ext>
            </a:extLst>
          </p:cNvPr>
          <p:cNvCxnSpPr>
            <a:cxnSpLocks/>
          </p:cNvCxnSpPr>
          <p:nvPr/>
        </p:nvCxnSpPr>
        <p:spPr>
          <a:xfrm>
            <a:off x="4097438" y="3436437"/>
            <a:ext cx="1058762" cy="7531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543FC63-1752-B717-383A-21D22544D1D2}"/>
              </a:ext>
            </a:extLst>
          </p:cNvPr>
          <p:cNvCxnSpPr>
            <a:cxnSpLocks/>
          </p:cNvCxnSpPr>
          <p:nvPr/>
        </p:nvCxnSpPr>
        <p:spPr>
          <a:xfrm flipH="1" flipV="1">
            <a:off x="4090617" y="1231827"/>
            <a:ext cx="15983" cy="21862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0A76099-6900-2E24-0847-6D7C9C8D384F}"/>
              </a:ext>
            </a:extLst>
          </p:cNvPr>
          <p:cNvCxnSpPr>
            <a:cxnSpLocks/>
          </p:cNvCxnSpPr>
          <p:nvPr/>
        </p:nvCxnSpPr>
        <p:spPr>
          <a:xfrm flipH="1">
            <a:off x="3344079" y="3425508"/>
            <a:ext cx="762521" cy="8464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4009FF-A4DE-2955-F50D-117A28FC8202}"/>
              </a:ext>
            </a:extLst>
          </p:cNvPr>
          <p:cNvCxnSpPr>
            <a:cxnSpLocks/>
          </p:cNvCxnSpPr>
          <p:nvPr/>
        </p:nvCxnSpPr>
        <p:spPr>
          <a:xfrm flipV="1">
            <a:off x="4090618" y="3418071"/>
            <a:ext cx="3320300" cy="183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FAB0717-C665-9402-7DBD-7FC9FC874FAC}"/>
              </a:ext>
            </a:extLst>
          </p:cNvPr>
          <p:cNvCxnSpPr>
            <a:cxnSpLocks/>
          </p:cNvCxnSpPr>
          <p:nvPr/>
        </p:nvCxnSpPr>
        <p:spPr>
          <a:xfrm flipV="1">
            <a:off x="5145716" y="3436437"/>
            <a:ext cx="583151" cy="7531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657B630-4ACD-49E4-DB7E-DEB7C39D9A6E}"/>
              </a:ext>
            </a:extLst>
          </p:cNvPr>
          <p:cNvCxnSpPr>
            <a:cxnSpLocks/>
          </p:cNvCxnSpPr>
          <p:nvPr/>
        </p:nvCxnSpPr>
        <p:spPr>
          <a:xfrm flipH="1" flipV="1">
            <a:off x="5680606" y="1498506"/>
            <a:ext cx="3409" cy="193879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63BF8FF-96ED-5DC6-9538-4828976593F1}"/>
                  </a:ext>
                </a:extLst>
              </p:cNvPr>
              <p:cNvSpPr txBox="1"/>
              <p:nvPr/>
            </p:nvSpPr>
            <p:spPr>
              <a:xfrm>
                <a:off x="5574039" y="3690214"/>
                <a:ext cx="751808" cy="284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63BF8FF-96ED-5DC6-9538-482897659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4039" y="3690214"/>
                <a:ext cx="751808" cy="284437"/>
              </a:xfrm>
              <a:prstGeom prst="rect">
                <a:avLst/>
              </a:prstGeom>
              <a:blipFill>
                <a:blip r:embed="rId8"/>
                <a:stretch>
                  <a:fillRect l="-6557" t="-21739" r="-655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55E0653-54CA-97C8-4E9E-0B7D52D5BE62}"/>
                  </a:ext>
                </a:extLst>
              </p:cNvPr>
              <p:cNvSpPr txBox="1"/>
              <p:nvPr/>
            </p:nvSpPr>
            <p:spPr>
              <a:xfrm>
                <a:off x="5792249" y="2619265"/>
                <a:ext cx="7518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55E0653-54CA-97C8-4E9E-0B7D52D5B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249" y="2619265"/>
                <a:ext cx="751808" cy="276999"/>
              </a:xfrm>
              <a:prstGeom prst="rect">
                <a:avLst/>
              </a:prstGeom>
              <a:blipFill>
                <a:blip r:embed="rId9"/>
                <a:stretch>
                  <a:fillRect l="-8333" r="-666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405EB90-E759-818B-54C3-5BF494E33AF6}"/>
                  </a:ext>
                </a:extLst>
              </p:cNvPr>
              <p:cNvSpPr txBox="1"/>
              <p:nvPr/>
            </p:nvSpPr>
            <p:spPr>
              <a:xfrm>
                <a:off x="7468133" y="3225896"/>
                <a:ext cx="174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405EB90-E759-818B-54C3-5BF494E33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133" y="3225896"/>
                <a:ext cx="174728" cy="276999"/>
              </a:xfrm>
              <a:prstGeom prst="rect">
                <a:avLst/>
              </a:prstGeom>
              <a:blipFill>
                <a:blip r:embed="rId10"/>
                <a:stretch>
                  <a:fillRect l="-35714" r="-35714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1FC0D87-BE7D-54B9-486A-5CF7FCDAC7C4}"/>
                  </a:ext>
                </a:extLst>
              </p:cNvPr>
              <p:cNvSpPr txBox="1"/>
              <p:nvPr/>
            </p:nvSpPr>
            <p:spPr>
              <a:xfrm>
                <a:off x="2684751" y="4231213"/>
                <a:ext cx="1241430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m:rPr>
                          <m:lit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1FC0D87-BE7D-54B9-486A-5CF7FCDAC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751" y="4231213"/>
                <a:ext cx="1241430" cy="301878"/>
              </a:xfrm>
              <a:prstGeom prst="rect">
                <a:avLst/>
              </a:prstGeom>
              <a:blipFill>
                <a:blip r:embed="rId11"/>
                <a:stretch>
                  <a:fillRect l="-2020" t="-4000" r="-6061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AE88136-C98E-6541-0EF4-39330FBA27FE}"/>
                  </a:ext>
                </a:extLst>
              </p:cNvPr>
              <p:cNvSpPr txBox="1"/>
              <p:nvPr/>
            </p:nvSpPr>
            <p:spPr>
              <a:xfrm>
                <a:off x="5728867" y="3127955"/>
                <a:ext cx="1923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AE88136-C98E-6541-0EF4-39330FBA2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8867" y="3127955"/>
                <a:ext cx="192360" cy="276999"/>
              </a:xfrm>
              <a:prstGeom prst="rect">
                <a:avLst/>
              </a:prstGeom>
              <a:blipFill>
                <a:blip r:embed="rId12"/>
                <a:stretch>
                  <a:fillRect l="-31250" r="-250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8187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46</Words>
  <Application>Microsoft Macintosh PowerPoint</Application>
  <PresentationFormat>Widescreen</PresentationFormat>
  <Paragraphs>17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Ma, Frank</dc:creator>
  <cp:lastModifiedBy>Ma, Frank</cp:lastModifiedBy>
  <cp:revision>2</cp:revision>
  <dcterms:created xsi:type="dcterms:W3CDTF">2025-10-05T12:52:24Z</dcterms:created>
  <dcterms:modified xsi:type="dcterms:W3CDTF">2025-12-12T04:40:24Z</dcterms:modified>
</cp:coreProperties>
</file>